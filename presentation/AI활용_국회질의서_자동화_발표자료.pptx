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154DF-A50D-4101-A208-21EA24BDB741}" v="5" dt="2026-08-03T12:39:13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서 김" userId="e850ce3416cb5bf2" providerId="LiveId" clId="{B3443B13-289E-406C-B0CA-A7E22F7EE38F}"/>
    <pc:docChg chg="undo custSel addSld delSld modSld">
      <pc:chgData name="윤서 김" userId="e850ce3416cb5bf2" providerId="LiveId" clId="{B3443B13-289E-406C-B0CA-A7E22F7EE38F}" dt="2026-08-03T12:41:32.429" v="366" actId="20577"/>
      <pc:docMkLst>
        <pc:docMk/>
      </pc:docMkLst>
      <pc:sldChg chg="delSp modSp mod">
        <pc:chgData name="윤서 김" userId="e850ce3416cb5bf2" providerId="LiveId" clId="{B3443B13-289E-406C-B0CA-A7E22F7EE38F}" dt="2026-08-03T12:40:19.629" v="337" actId="1037"/>
        <pc:sldMkLst>
          <pc:docMk/>
          <pc:sldMk cId="0" sldId="257"/>
        </pc:sldMkLst>
        <pc:spChg chg="mod">
          <ac:chgData name="윤서 김" userId="e850ce3416cb5bf2" providerId="LiveId" clId="{B3443B13-289E-406C-B0CA-A7E22F7EE38F}" dt="2026-08-03T12:40:19.629" v="337" actId="1037"/>
          <ac:spMkLst>
            <pc:docMk/>
            <pc:sldMk cId="0" sldId="257"/>
            <ac:spMk id="16" creationId="{00000000-0000-0000-0000-000000000000}"/>
          </ac:spMkLst>
        </pc:spChg>
        <pc:spChg chg="del">
          <ac:chgData name="윤서 김" userId="e850ce3416cb5bf2" providerId="LiveId" clId="{B3443B13-289E-406C-B0CA-A7E22F7EE38F}" dt="2026-08-03T12:34:54.614" v="190" actId="478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윤서 김" userId="e850ce3416cb5bf2" providerId="LiveId" clId="{B3443B13-289E-406C-B0CA-A7E22F7EE38F}" dt="2026-08-03T12:40:13.137" v="323" actId="6549"/>
          <ac:spMkLst>
            <pc:docMk/>
            <pc:sldMk cId="0" sldId="257"/>
            <ac:spMk id="18" creationId="{00000000-0000-0000-0000-000000000000}"/>
          </ac:spMkLst>
        </pc:spChg>
        <pc:spChg chg="del">
          <ac:chgData name="윤서 김" userId="e850ce3416cb5bf2" providerId="LiveId" clId="{B3443B13-289E-406C-B0CA-A7E22F7EE38F}" dt="2026-08-03T12:35:23.801" v="236" actId="478"/>
          <ac:spMkLst>
            <pc:docMk/>
            <pc:sldMk cId="0" sldId="257"/>
            <ac:spMk id="19" creationId="{00000000-0000-0000-0000-000000000000}"/>
          </ac:spMkLst>
        </pc:spChg>
      </pc:sldChg>
      <pc:sldChg chg="delSp mod">
        <pc:chgData name="윤서 김" userId="e850ce3416cb5bf2" providerId="LiveId" clId="{B3443B13-289E-406C-B0CA-A7E22F7EE38F}" dt="2026-08-03T12:34:42.880" v="189" actId="478"/>
        <pc:sldMkLst>
          <pc:docMk/>
          <pc:sldMk cId="0" sldId="258"/>
        </pc:sldMkLst>
        <pc:spChg chg="del">
          <ac:chgData name="윤서 김" userId="e850ce3416cb5bf2" providerId="LiveId" clId="{B3443B13-289E-406C-B0CA-A7E22F7EE38F}" dt="2026-08-03T12:34:42.880" v="189" actId="478"/>
          <ac:spMkLst>
            <pc:docMk/>
            <pc:sldMk cId="0" sldId="258"/>
            <ac:spMk id="31" creationId="{00000000-0000-0000-0000-000000000000}"/>
          </ac:spMkLst>
        </pc:spChg>
      </pc:sldChg>
      <pc:sldChg chg="delSp modSp mod">
        <pc:chgData name="윤서 김" userId="e850ce3416cb5bf2" providerId="LiveId" clId="{B3443B13-289E-406C-B0CA-A7E22F7EE38F}" dt="2026-08-03T12:34:34.400" v="188" actId="1035"/>
        <pc:sldMkLst>
          <pc:docMk/>
          <pc:sldMk cId="0" sldId="259"/>
        </pc:sldMkLst>
        <pc:spChg chg="del">
          <ac:chgData name="윤서 김" userId="e850ce3416cb5bf2" providerId="LiveId" clId="{B3443B13-289E-406C-B0CA-A7E22F7EE38F}" dt="2026-08-03T12:27:14.461" v="0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윤서 김" userId="e850ce3416cb5bf2" providerId="LiveId" clId="{B3443B13-289E-406C-B0CA-A7E22F7EE38F}" dt="2026-08-03T12:27:23.741" v="17" actId="10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윤서 김" userId="e850ce3416cb5bf2" providerId="LiveId" clId="{B3443B13-289E-406C-B0CA-A7E22F7EE38F}" dt="2026-08-03T12:27:37.084" v="24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윤서 김" userId="e850ce3416cb5bf2" providerId="LiveId" clId="{B3443B13-289E-406C-B0CA-A7E22F7EE38F}" dt="2026-08-03T12:27:47.678" v="44" actId="103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윤서 김" userId="e850ce3416cb5bf2" providerId="LiveId" clId="{B3443B13-289E-406C-B0CA-A7E22F7EE38F}" dt="2026-08-03T12:28:02.727" v="64" actId="103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윤서 김" userId="e850ce3416cb5bf2" providerId="LiveId" clId="{B3443B13-289E-406C-B0CA-A7E22F7EE38F}" dt="2026-08-03T12:28:02.727" v="64" actId="103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4:34.400" v="188" actId="1035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윤서 김" userId="e850ce3416cb5bf2" providerId="LiveId" clId="{B3443B13-289E-406C-B0CA-A7E22F7EE38F}" dt="2026-08-03T12:37:56.282" v="298" actId="255"/>
        <pc:sldMkLst>
          <pc:docMk/>
          <pc:sldMk cId="0" sldId="260"/>
        </pc:sldMkLst>
        <pc:spChg chg="mod">
          <ac:chgData name="윤서 김" userId="e850ce3416cb5bf2" providerId="LiveId" clId="{B3443B13-289E-406C-B0CA-A7E22F7EE38F}" dt="2026-08-03T12:37:56.282" v="298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56.282" v="298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56.282" v="298" actId="25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56.282" v="298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56.282" v="298" actId="25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56.282" v="298" actId="255"/>
          <ac:spMkLst>
            <pc:docMk/>
            <pc:sldMk cId="0" sldId="260"/>
            <ac:spMk id="33" creationId="{00000000-0000-0000-0000-000000000000}"/>
          </ac:spMkLst>
        </pc:spChg>
      </pc:sldChg>
      <pc:sldChg chg="modSp mod">
        <pc:chgData name="윤서 김" userId="e850ce3416cb5bf2" providerId="LiveId" clId="{B3443B13-289E-406C-B0CA-A7E22F7EE38F}" dt="2026-08-03T12:37:37.409" v="297" actId="255"/>
        <pc:sldMkLst>
          <pc:docMk/>
          <pc:sldMk cId="0" sldId="261"/>
        </pc:sldMkLst>
        <pc:spChg chg="mod">
          <ac:chgData name="윤서 김" userId="e850ce3416cb5bf2" providerId="LiveId" clId="{B3443B13-289E-406C-B0CA-A7E22F7EE38F}" dt="2026-08-03T12:37:37.409" v="297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37.409" v="297" actId="25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37.409" v="297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37.409" v="297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37.409" v="297" actId="255"/>
          <ac:spMkLst>
            <pc:docMk/>
            <pc:sldMk cId="0" sldId="261"/>
            <ac:spMk id="21" creationId="{00000000-0000-0000-0000-000000000000}"/>
          </ac:spMkLst>
        </pc:spChg>
      </pc:sldChg>
      <pc:sldChg chg="del">
        <pc:chgData name="윤서 김" userId="e850ce3416cb5bf2" providerId="LiveId" clId="{B3443B13-289E-406C-B0CA-A7E22F7EE38F}" dt="2026-08-03T12:32:07.695" v="99" actId="47"/>
        <pc:sldMkLst>
          <pc:docMk/>
          <pc:sldMk cId="0" sldId="262"/>
        </pc:sldMkLst>
      </pc:sldChg>
      <pc:sldChg chg="delSp modSp mod">
        <pc:chgData name="윤서 김" userId="e850ce3416cb5bf2" providerId="LiveId" clId="{B3443B13-289E-406C-B0CA-A7E22F7EE38F}" dt="2026-08-03T12:41:32.429" v="366" actId="20577"/>
        <pc:sldMkLst>
          <pc:docMk/>
          <pc:sldMk cId="0" sldId="263"/>
        </pc:sldMkLst>
        <pc:spChg chg="del">
          <ac:chgData name="윤서 김" userId="e850ce3416cb5bf2" providerId="LiveId" clId="{B3443B13-289E-406C-B0CA-A7E22F7EE38F}" dt="2026-08-03T12:33:25.734" v="105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17.106" v="296" actId="255"/>
          <ac:spMkLst>
            <pc:docMk/>
            <pc:sldMk cId="0" sldId="263"/>
            <ac:spMk id="8" creationId="{00000000-0000-0000-0000-000000000000}"/>
          </ac:spMkLst>
        </pc:spChg>
        <pc:spChg chg="del">
          <ac:chgData name="윤서 김" userId="e850ce3416cb5bf2" providerId="LiveId" clId="{B3443B13-289E-406C-B0CA-A7E22F7EE38F}" dt="2026-08-03T12:33:35.157" v="127" actId="47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윤서 김" userId="e850ce3416cb5bf2" providerId="LiveId" clId="{B3443B13-289E-406C-B0CA-A7E22F7EE38F}" dt="2026-08-03T12:41:32.429" v="366" actId="20577"/>
          <ac:spMkLst>
            <pc:docMk/>
            <pc:sldMk cId="0" sldId="263"/>
            <ac:spMk id="13" creationId="{00000000-0000-0000-0000-000000000000}"/>
          </ac:spMkLst>
        </pc:spChg>
        <pc:spChg chg="del">
          <ac:chgData name="윤서 김" userId="e850ce3416cb5bf2" providerId="LiveId" clId="{B3443B13-289E-406C-B0CA-A7E22F7EE38F}" dt="2026-08-03T12:33:46.990" v="161" actId="478"/>
          <ac:spMkLst>
            <pc:docMk/>
            <pc:sldMk cId="0" sldId="263"/>
            <ac:spMk id="17" creationId="{00000000-0000-0000-0000-000000000000}"/>
          </ac:spMkLst>
        </pc:spChg>
        <pc:spChg chg="mod">
          <ac:chgData name="윤서 김" userId="e850ce3416cb5bf2" providerId="LiveId" clId="{B3443B13-289E-406C-B0CA-A7E22F7EE38F}" dt="2026-08-03T12:37:17.106" v="296" actId="255"/>
          <ac:spMkLst>
            <pc:docMk/>
            <pc:sldMk cId="0" sldId="263"/>
            <ac:spMk id="18" creationId="{00000000-0000-0000-0000-000000000000}"/>
          </ac:spMkLst>
        </pc:spChg>
        <pc:spChg chg="del">
          <ac:chgData name="윤서 김" userId="e850ce3416cb5bf2" providerId="LiveId" clId="{B3443B13-289E-406C-B0CA-A7E22F7EE38F}" dt="2026-08-03T12:32:31.647" v="100" actId="478"/>
          <ac:spMkLst>
            <pc:docMk/>
            <pc:sldMk cId="0" sldId="263"/>
            <ac:spMk id="19" creationId="{00000000-0000-0000-0000-000000000000}"/>
          </ac:spMkLst>
        </pc:spChg>
      </pc:sldChg>
      <pc:sldChg chg="new del">
        <pc:chgData name="윤서 김" userId="e850ce3416cb5bf2" providerId="LiveId" clId="{B3443B13-289E-406C-B0CA-A7E22F7EE38F}" dt="2026-08-03T12:32:53.105" v="103" actId="47"/>
        <pc:sldMkLst>
          <pc:docMk/>
          <pc:sldMk cId="1175892365" sldId="264"/>
        </pc:sldMkLst>
      </pc:sldChg>
      <pc:sldChg chg="add del setBg">
        <pc:chgData name="윤서 김" userId="e850ce3416cb5bf2" providerId="LiveId" clId="{B3443B13-289E-406C-B0CA-A7E22F7EE38F}" dt="2026-08-03T12:32:55.632" v="104" actId="47"/>
        <pc:sldMkLst>
          <pc:docMk/>
          <pc:sldMk cId="2245267323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81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기획재정담당관실 김윤서입니다. 국정감사 질의서를 AI가 담당 부서로 분류하고 답변 초안까지 만들어주는 서비스를 만들어봤고, 그 과정을 공유드리겠습니다.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국정감사 시즌이면 질의서가 한꺼번에 내려옵니다. 그때마다 어느 과 소관인지 판단하고, 답변 초안도 매번 처음부터 씁니다. 마침 전공이 소프트웨어라서, 업무에서 느낀 불편을 직접 만들어 풀어보자고 생각했습니다.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질의서를 붙여넣으면 AI가 부서 후보 3개를 신뢰도와 함께 제시합니다. 담당자가 그중 하나를 확정하면 답변 초안이 생성되고, 검토·수정 후 저장됩니다. 중요한 건 가운데 단계입니다. AI가 스스로 배정하지 않고 최종 판단은 반드시 사람이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기능은 딱 두 가지입니다. 분류와 초안 생성. 대신 AI가 지켜야 할 규칙을 숫자로 못 박았습니다. 후보는 3개, 초안은 500자 이내, 확인이 필요한 수치에는 표시를 붙이고, 검토 안내 문구는 코드에서 강제로 넣습니다. 검토 없이 그대로 나가지 않도록 한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구성입니다. Next.js 하나로 화면과 서버를 만들고 Vercel로 배포했습니다. 이력은 Supabase에 저장하고, 분류와 초안은 OpenAI를 씁니다. 과거 사례는 열린국회정보 API에서 가져와 PDF 본문까지 실제로 뽑아냅니다.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상태입니다. 기획 문서를 먼저 쓰고, 두 기능을 구현해서 실제 배포까지 마쳤습니다. 지금 이 주소로 들어가면 바로 쓸 수 있고, 실제로 질의서를 넣어 분류부터 저장까지 되는 것을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앞으로는 세 단계로 보고 있습니다. 먼저 AI가 틀린 경우를 기록으로 남겨 정답 데이터를 쌓고, 그 다음 검색을 의미 기반으로 바꾸고, 마지막으로 속도와 로그인 같은 운영 부분을 다듬으려 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mbly-qna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1417320"/>
            <a:ext cx="2971800" cy="29718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765792" y="2432304"/>
            <a:ext cx="1783080" cy="1783080"/>
          </a:xfrm>
          <a:prstGeom prst="ellipse">
            <a:avLst/>
          </a:prstGeom>
          <a:solidFill>
            <a:srgbClr val="CADCFC">
              <a:alpha val="38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국정감사 업무 자동화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</a:t>
            </a:r>
            <a:endParaRPr lang="en-US" sz="40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국회 질의서 자동화 서비스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질의서를 읽고 담당 실·국·과를 분류한 뒤, 답변 초안까지 만들어 주는 서비스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김윤서  ·  기획재정담당관실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만들게 되었나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국정감사 시즌마다 반복되던 일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9032" y="21579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질의서가 한꺼번에 쏟아진다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9032" y="2542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기간에 많은 건을 동시에 처리해야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9032" y="3529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실·국·과 소관인지 매번 판단한다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9032" y="3913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담당자의 경험과 기억에 의존하게 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93776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9032" y="49011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초안을 늘 처음부터 쓴다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9032" y="52852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질의도 매번 백지에서 시작한다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95762" y="2025483"/>
            <a:ext cx="3947448" cy="3733512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138160" y="2602763"/>
            <a:ext cx="3947448" cy="257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기획재정담당관에서 근무하며</a:t>
            </a:r>
            <a:endParaRPr lang="en-US" altLang="ko-KR" sz="20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ts val="30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반복적인 국회 질의 대응과 </a:t>
            </a:r>
            <a:endParaRPr lang="en-US" altLang="ko-KR" sz="20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ts val="30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 분류 과정의 불편을 발견했고</a:t>
            </a:r>
            <a:r>
              <a:rPr lang="en-US" altLang="ko-KR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</a:p>
          <a:p>
            <a:pPr>
              <a:lnSpc>
                <a:spcPts val="30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</a:t>
            </a:r>
            <a:r>
              <a:rPr lang="en-US" altLang="ko-KR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자동화 서비스로</a:t>
            </a:r>
            <a:endParaRPr lang="en-US" altLang="ko-KR" sz="20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ts val="30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개선하고자 했습니다</a:t>
            </a:r>
            <a:r>
              <a:rPr lang="en-US" altLang="ko-KR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05840" y="15361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국회에서 내려온 국정감사 질의서를 AI가 분석해 담당 실·국·과를 분류하고,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부서가 쓸 답변 초안까지 함께 만들어 주는 웹 서비스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흐름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2121408" cy="21488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1832" y="382219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41832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44988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질의서 입력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4855464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본문을 붙여넣는다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80944" y="3520440"/>
            <a:ext cx="2121408" cy="21488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36976" y="382219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36976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82112" y="44988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분류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82112" y="4855464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후보 3개 + 신뢰도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76088" y="3520440"/>
            <a:ext cx="2121408" cy="214884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532120" y="3822192"/>
            <a:ext cx="438912" cy="43891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32120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77256" y="44988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확정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77256" y="4855464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최종 선택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71232" y="3520440"/>
            <a:ext cx="2121408" cy="21488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827264" y="382219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827264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44988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72400" y="4855464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500자 이내 답변 초안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66376" y="3520440"/>
            <a:ext cx="2121408" cy="21488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122408" y="382219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122408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67544" y="44988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· 저장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067544" y="4855464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이력에 기록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2가지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176272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249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질의서 자동 분류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97280" y="3282696"/>
            <a:ext cx="137160" cy="1371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99032" y="300803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 후보 3개를 신뢰도 점수와 함께 제시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197096"/>
            <a:ext cx="137160" cy="1371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99032" y="400869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신뢰도가 모두 낮으면 「분류 보류 — 담당자 확인 필요」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5111496"/>
            <a:ext cx="137160" cy="1371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99032" y="4810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서면질의답변서를 근거 자료로 함께 표시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583680" y="2176272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9480" y="2249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 자동 생성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629400" y="3282696"/>
            <a:ext cx="137160" cy="1371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931152" y="2982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초안은 500자 이내로 생성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4197096"/>
            <a:ext cx="137160" cy="1371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31152" y="38965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확인이 필요한 수치·개인정보는 「[확인 필요]」 자동 표시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5111496"/>
            <a:ext cx="137160" cy="1371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31152" y="4810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「초안입니다. 검토 후 사용하세요」 </a:t>
            </a:r>
            <a:r>
              <a:rPr lang="en-US" sz="1300" dirty="0" err="1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</a:t>
            </a:r>
            <a:r>
              <a:rPr 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만들었나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쓰던 구성을 그대로 이어, 배포까지 한 번에 연결되게 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657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78408" y="2532888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78408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313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7919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서버 코드를 한 프로젝트에서 함께 처리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17136" y="1965960"/>
            <a:ext cx="3657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09744" y="2532888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09744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85816" y="2313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85816" y="267919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배포 · main 반영 시 자동 재배포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48472" y="1965960"/>
            <a:ext cx="3657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641080" y="2532888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41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17152" y="2313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17152" y="267919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처리한 질의서와 답변 초안 이력 저장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977640"/>
            <a:ext cx="3657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78408" y="4544568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78408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6908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분류 판단과 답변 초안 작성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17136" y="3977640"/>
            <a:ext cx="3657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09744" y="4544568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09744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85816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열린국회정보 API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85816" y="46908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서면질의답변서 조회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48472" y="3977640"/>
            <a:ext cx="36576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641080" y="4544568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64108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17152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pdf-parse · jszip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17152" y="46908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· HWPX 파일에서 본문 텍스트 추출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진행 상황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52044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78408" y="1572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8408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접속 가능한 서비스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25696" y="1371600"/>
            <a:ext cx="352044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18304" y="1572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18304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· 초안 생성 동작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65592" y="1371600"/>
            <a:ext cx="352044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458200" y="1572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4종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58200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설계까지 문서화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2926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문서 4종 작성 — 간단 기획서에서 시작해 PRD · 계획 · 설계로 확장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" y="34015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질의서 분류 · 답변 초안 생성 기능 구현, 배포 환경에서 동작 확인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38770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" y="38770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열린국회정보 API 연동 — 과거 서면질의답변서 조회 및 PDF 본문 추출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43525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3272" y="43525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연동 — 확정한 부서와 답변 초안을 처리 이력으로 저장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800" y="48280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33272" y="4828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· Vercel 연결 — main 브랜치에 반영하면 자동 재배포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05840" y="55412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주소   </a:t>
            </a: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assembly-qna.vercel.app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868680"/>
            <a:ext cx="2651760" cy="265176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고도화할 부분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789920" cy="1115568"/>
          </a:xfrm>
          <a:prstGeom prst="roundRect">
            <a:avLst>
              <a:gd name="adj" fmla="val 8197"/>
            </a:avLst>
          </a:prstGeom>
          <a:solidFill>
            <a:srgbClr val="33417F"/>
          </a:solidFill>
          <a:ln w="12700">
            <a:solidFill>
              <a:srgbClr val="3341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956816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73352" y="199511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「후보 3개 모두 아님」을 담당자가 남길 수 있게 해서, AI가 틀린 경우를 기록으로 확보한다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017520"/>
            <a:ext cx="10789920" cy="1115568"/>
          </a:xfrm>
          <a:prstGeom prst="roundRect">
            <a:avLst>
              <a:gd name="adj" fmla="val 8197"/>
            </a:avLst>
          </a:prstGeom>
          <a:solidFill>
            <a:srgbClr val="33417F"/>
          </a:solidFill>
          <a:ln w="12700">
            <a:solidFill>
              <a:srgbClr val="3341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5840" y="3328416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73352" y="3358085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임베딩을</a:t>
            </a: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써서, 표현이 달라도 뜻이 비슷한 과거 사례를 </a:t>
            </a:r>
            <a:r>
              <a:rPr lang="en-US" sz="16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찾도록</a:t>
            </a: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기반 </a:t>
            </a:r>
            <a:r>
              <a:rPr lang="ko-KR" altLang="en-US" sz="16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추천를</a:t>
            </a:r>
            <a:r>
              <a:rPr lang="ko-KR" alt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0789920" cy="1115568"/>
          </a:xfrm>
          <a:prstGeom prst="roundRect">
            <a:avLst>
              <a:gd name="adj" fmla="val 8197"/>
            </a:avLst>
          </a:prstGeom>
          <a:solidFill>
            <a:srgbClr val="33417F"/>
          </a:solidFill>
          <a:ln w="12700">
            <a:solidFill>
              <a:srgbClr val="3341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05840" y="4700016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73352" y="472969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자료를 미리 모아 두어 응답 시간을 줄이고, 로그인과 권한 관리를 붙인다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694</Words>
  <Application>Microsoft Office PowerPoint</Application>
  <PresentationFormat>와이드스크린</PresentationFormat>
  <Paragraphs>110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국회 질의서 자동화 서비스</dc:title>
  <dc:subject>PptxGenJS Presentation</dc:subject>
  <dc:creator>김윤서</dc:creator>
  <cp:lastModifiedBy>윤서 김</cp:lastModifiedBy>
  <cp:revision>1</cp:revision>
  <dcterms:created xsi:type="dcterms:W3CDTF">2026-08-03T11:51:26Z</dcterms:created>
  <dcterms:modified xsi:type="dcterms:W3CDTF">2026-08-03T12:41:39Z</dcterms:modified>
</cp:coreProperties>
</file>