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안녕하세요. 기획재정담당관실 김윤서입니다. 국회에서 내려온 질의서를 AI가 담당 부서로 분류하고 답변 초안까지 만들어주는 서비스를 만들어봤고, 그 과정을 공유드리겠습니다.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국정감사 시즌이면 질의서가 한꺼번에 내려옵니다. 그때마다 어느 과 소관인지 판단하고, 답변 초안도 매번 처음부터 씁니다. 마침 전공이 소프트웨어라서, 업무에서 느낀 불편을 직접 만들어 풀어보자고 생각했습니다.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질의서를 붙여넣으면 AI가 부서 후보 3개를 신뢰도와 함께 제시합니다. 담당자가 그중 하나를 확정하면 답변 초안이 생성되고, 검토·수정 후 저장됩니다. 중요한 건 가운데 단계입니다. AI가 스스로 배정하지 않고 최종 판단은 반드시 사람이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기능은 딱 두 가지입니다. 분류와 초안 생성. 대신 AI가 지켜야 할 규칙을 숫자로 못 박았습니다. 후보는 3개, 초안은 500자 이내, 확인이 필요한 수치에는 표시를 붙이고, 검토 안내 문구는 코드에서 강제로 넣습니다. 검토 없이 그대로 나가지 않도록 한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기술 구성입니다. Next.js 하나로 화면과 서버를 만들고 Vercel로 배포했습니다. 이력은 Supabase에 저장하고, 분류와 초안은 OpenAI를 씁니다. 과거 사례는 열린국회정보 API에서 가져와 PDF 본문까지 실제로 뽑아냅니다.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현재 상태입니다. 기획 문서를 먼저 쓰고, 두 기능을 구현해서 실제 배포까지 마쳤습니다. 지금 이 주소로 들어가면 바로 쓸 수 있고, 실제로 질의서를 넣어 분류부터 저장까지 되는 것을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솔직하게 한계도 말씀드리겠습니다. 가장 큰 건 실·국·과 단위 정답 데이터가 공개 데이터에 없다는 점입니다. 그리고 유사 사례를 글자 겹침으로만 찾고 있고, 매번 외부 자료를 새로 가져와서 6에서 10초 정도 걸립니다.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앞으로는 세 단계로 보고 있습니다. 먼저 AI가 틀린 경우를 기록으로 남겨 정답 데이터를 쌓고, 그 다음 검색을 의미 기반으로 바꾸고, 마지막으로 속도와 로그인 같은 운영 부분을 다듬으려 합니다.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06840" y="1417320"/>
            <a:ext cx="2971800" cy="2971800"/>
          </a:xfrm>
          <a:prstGeom prst="ellipse">
            <a:avLst/>
          </a:prstGeom>
          <a:solidFill>
            <a:srgbClr val="CADCFC">
              <a:alpha val="18000"/>
            </a:srgbClr>
          </a:solidFill>
          <a:ln w="12700">
            <a:solidFill>
              <a:srgbClr val="1E276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65792" y="2432304"/>
            <a:ext cx="1783080" cy="1783080"/>
          </a:xfrm>
          <a:prstGeom prst="ellipse">
            <a:avLst/>
          </a:prstGeom>
          <a:solidFill>
            <a:srgbClr val="CADCFC">
              <a:alpha val="38000"/>
            </a:srgbClr>
          </a:solidFill>
          <a:ln w="12700">
            <a:solidFill>
              <a:srgbClr val="1E2761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828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국회 질의서 업무 자동화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활용</a:t>
            </a:r>
            <a:endParaRPr lang="en-US" sz="40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국회 질의서 자동화 서비스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질의서를 읽고 담당 실·국·과를 분류한 뒤, 답변 초안까지 만들어 주는 서비스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5257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김윤서  ·  기획재정담당관실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만들게 되었나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85800" y="14173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국정감사 시즌마다 반복되던 일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219456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99032" y="2157984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질의서가 한꺼번에 쏟아진다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99032" y="254203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5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짧은 기간에 많은 건을 동시에 처리해야 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356616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5661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99032" y="3529584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실·국·과 소관인지 매번 판단한다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99032" y="391363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5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담당자의 경험과 기억에 의존하게 된다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493776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4937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99032" y="4901184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초안을 늘 처음부터 쓴다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99032" y="528523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5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질의도 매번 백지에서 시작한다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818120" y="2011680"/>
            <a:ext cx="3657600" cy="374904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183880" y="2468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183880" y="29260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전공이 소프트웨어니까,</a:t>
            </a:r>
            <a:endParaRPr lang="en-US" sz="20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만들어 보자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183880" y="42976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업무에서 직접 느낀 불편이라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만들어야 할지는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알고 있었다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만들었나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371600"/>
            <a:ext cx="10789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05840" y="1536192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국회에서 내려온 질의서(서면질문·국정감사 등)를 AI가 분석해 담당 실·국·과를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분류하고, 해당 부서가 쓸 답변 초안까지 함께 만들어 주는 웹 서비스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2971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흐름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5800" y="3520440"/>
            <a:ext cx="2121408" cy="214884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41832" y="3822192"/>
            <a:ext cx="438912" cy="43891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41832" y="38221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86968" y="4498848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질의서 입력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4855464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5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본문을 붙여넣는다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980944" y="3520440"/>
            <a:ext cx="2121408" cy="214884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36976" y="3822192"/>
            <a:ext cx="438912" cy="43891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36976" y="38221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82112" y="4498848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분류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182112" y="4855464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5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 후보 3개 + 신뢰도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276088" y="3520440"/>
            <a:ext cx="2121408" cy="2148840"/>
          </a:xfrm>
          <a:prstGeom prst="roundRect">
            <a:avLst>
              <a:gd name="adj" fmla="val 431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532120" y="3822192"/>
            <a:ext cx="438912" cy="438912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32120" y="38221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77256" y="4498848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확정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477256" y="4855464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최종 선택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571232" y="3520440"/>
            <a:ext cx="2121408" cy="214884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827264" y="3822192"/>
            <a:ext cx="438912" cy="43891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27264" y="38221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0" y="4498848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 생성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772400" y="4855464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5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500자 이내 답변 초안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866376" y="3520440"/>
            <a:ext cx="2121408" cy="214884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10122408" y="3822192"/>
            <a:ext cx="438912" cy="43891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122408" y="38221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067544" y="4498848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· 저장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10067544" y="4855464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5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후 이력에 기록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85800" y="59436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확정은 반드시 사람이 한다 — AI가 스스로 배정하지 않는다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 2가지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85800" y="120700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5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기능을 늘리기보다, AI가 지켜야 할 규칙을 숫자로 정하는 데 집중했다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176272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1762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737360" y="2249424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질의서 자동 분류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1097280" y="3282696"/>
            <a:ext cx="137160" cy="13716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99032" y="31546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부서 후보 3개를 신뢰도 점수와 함께 제시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97280" y="4197096"/>
            <a:ext cx="137160" cy="13716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99032" y="40690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신뢰도가 모두 낮으면 「분류 보류 — 담당자 확인 필요」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097280" y="5111496"/>
            <a:ext cx="137160" cy="13716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99032" y="49834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서면질의답변서를 근거 자료로 함께 표시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178308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83680" y="2176272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0" y="21762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69480" y="2249424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초안 자동 생성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6629400" y="3282696"/>
            <a:ext cx="137160" cy="13716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31152" y="31546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초안은 500자 이내로 생성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629400" y="4197096"/>
            <a:ext cx="137160" cy="13716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31152" y="40690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확인이 필요한 수치·개인정보는 「[확인 필요]」 자동 표시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29400" y="5111496"/>
            <a:ext cx="137160" cy="13716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31152" y="49834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「초안입니다. 검토 후 사용하세요」 문구를 코드로 강제 삽입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만들었나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85800" y="120700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5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기존에 쓰던 구성을 그대로 이어, 배포까지 한 번에 연결되게 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3657600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78408" y="2532888"/>
            <a:ext cx="420624" cy="42062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54480" y="231343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54480" y="2679192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5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화면과 서버 코드를 한 프로젝트에서 함께 처리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17136" y="1965960"/>
            <a:ext cx="3657600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09744" y="2532888"/>
            <a:ext cx="420624" cy="42062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9744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85816" y="231343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385816" y="2679192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5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실서비스 배포 · main 반영 시 자동 재배포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348472" y="1965960"/>
            <a:ext cx="3657600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41080" y="2532888"/>
            <a:ext cx="420624" cy="42062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1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217152" y="231343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217152" y="2679192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5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처리한 질의서와 답변 초안 이력 저장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" y="3977640"/>
            <a:ext cx="3657600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78408" y="4544568"/>
            <a:ext cx="420624" cy="42062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8408" y="4544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554480" y="432511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 GPT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554480" y="4690872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5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 분류 판단과 답변 초안 작성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17136" y="3977640"/>
            <a:ext cx="3657600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09744" y="4544568"/>
            <a:ext cx="420624" cy="42062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9744" y="4544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385816" y="432511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열린국회정보 API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385816" y="4690872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5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서면질의답변서 조회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348472" y="3977640"/>
            <a:ext cx="3657600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641080" y="4544568"/>
            <a:ext cx="420624" cy="42062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41080" y="4544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217152" y="432511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pdf-parse · jszip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217152" y="4690872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5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 · HWPX 파일에서 본문 텍스트 추출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현재까지 진행 상황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371600"/>
            <a:ext cx="3520440" cy="1207008"/>
          </a:xfrm>
          <a:prstGeom prst="roundRect">
            <a:avLst>
              <a:gd name="adj" fmla="val 757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78408" y="15727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완료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78408" y="204825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접속 가능한 서비스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425696" y="1371600"/>
            <a:ext cx="3520440" cy="1207008"/>
          </a:xfrm>
          <a:prstGeom prst="roundRect">
            <a:avLst>
              <a:gd name="adj" fmla="val 757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18304" y="15727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2개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718304" y="204825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 · 초안 생성 동작 확인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165592" y="1371600"/>
            <a:ext cx="3520440" cy="1207008"/>
          </a:xfrm>
          <a:prstGeom prst="roundRect">
            <a:avLst>
              <a:gd name="adj" fmla="val 757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458200" y="15727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4종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458200" y="204825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기획부터 설계까지 문서화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85800" y="29260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33272" y="29260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문서 4종 작성 — 간단 기획서에서 시작해 PRD · 계획 · 설계로 확장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85800" y="340156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33272" y="340156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질의서 분류 · 답변 초안 생성 기능 구현, 배포 환경에서 동작 확인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85800" y="387705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33272" y="3877056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열린국회정보 API 연동 — 과거 서면질의답변서 조회 및 PDF 본문 추출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85800" y="435254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33272" y="435254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연동 — 확정한 부서와 답변 초안을 처리 이력으로 저장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85800" y="482803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33272" y="482803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· Vercel 연결 — main 브랜치에 반영하면 자동 재배포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85800" y="5440680"/>
            <a:ext cx="1078992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05840" y="5541264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5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주소   </a:t>
            </a:r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assembly-qna.vercel.app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한계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85800" y="120700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5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만들면서 확인한, 아직 풀지 못한 문제들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107899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148840"/>
            <a:ext cx="457200" cy="45720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45920" y="2011680"/>
            <a:ext cx="9326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실·국·과 단위 정답 데이터가 없다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2377440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5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열린국회정보가 주는 정보는 부처·위원회 단위까지다. 그 안의 어느 과가 처리했는지는 공개 데이터에 아예 없어서, 지금은 AI 추론에 기대고 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3154680"/>
            <a:ext cx="107899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05840" y="3474720"/>
            <a:ext cx="457200" cy="45720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45920" y="3337560"/>
            <a:ext cx="9326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 사례를 글자 겹침으로만 찾는다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45920" y="3703320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5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제목에 같은 단어가 몇 개 겹치는지 세는 방식이라, 표현이 다르면 관련 있는 사례도 놓친다. 의미를 이해하는 검색이 아니다.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4480560"/>
            <a:ext cx="107899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05840" y="4800600"/>
            <a:ext cx="457200" cy="45720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45920" y="4663440"/>
            <a:ext cx="9326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요청마다 외부 자료를 새로 가져온다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45920" y="5029200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5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모아둔 색인 없이 그때그때 API를 부르고 PDF를 내려받는다. 그래서 결과가 나오기까지 6~10초가 걸린다.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85800" y="58521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알고 있다는 것 자체가 다음에 무엇을 할지 정해준다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64040" y="-868680"/>
            <a:ext cx="2651760" cy="2651760"/>
          </a:xfrm>
          <a:prstGeom prst="ellipse">
            <a:avLst/>
          </a:prstGeom>
          <a:solidFill>
            <a:srgbClr val="CADCFC">
              <a:alpha val="12000"/>
            </a:srgbClr>
          </a:solidFill>
          <a:ln w="12700">
            <a:solidFill>
              <a:srgbClr val="1E276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추후 고도화할 부분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645920"/>
            <a:ext cx="10789920" cy="1115568"/>
          </a:xfrm>
          <a:prstGeom prst="roundRect">
            <a:avLst>
              <a:gd name="adj" fmla="val 8197"/>
            </a:avLst>
          </a:prstGeom>
          <a:solidFill>
            <a:srgbClr val="33417F"/>
          </a:solidFill>
          <a:ln w="12700">
            <a:solidFill>
              <a:srgbClr val="33417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1956816"/>
            <a:ext cx="475488" cy="47548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568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73352" y="1810512"/>
            <a:ext cx="9326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데이터부터 쌓는다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673352" y="2176272"/>
            <a:ext cx="9601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「후보 3개 모두 아님」을 담당자가 남길 수 있게 해서, AI가 틀린 경우를 기록으로 확보한다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3017520"/>
            <a:ext cx="10789920" cy="1115568"/>
          </a:xfrm>
          <a:prstGeom prst="roundRect">
            <a:avLst>
              <a:gd name="adj" fmla="val 8197"/>
            </a:avLst>
          </a:prstGeom>
          <a:solidFill>
            <a:srgbClr val="33417F"/>
          </a:solidFill>
          <a:ln w="12700">
            <a:solidFill>
              <a:srgbClr val="33417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328416"/>
            <a:ext cx="475488" cy="47548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328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73352" y="3182112"/>
            <a:ext cx="9326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방식을 의미 기반으로 바꾼다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73352" y="3547872"/>
            <a:ext cx="9601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겹침 대신 임베딩을 써서, 표현이 달라도 뜻이 비슷한 과거 사례를 찾도록 한다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4389120"/>
            <a:ext cx="10789920" cy="1115568"/>
          </a:xfrm>
          <a:prstGeom prst="roundRect">
            <a:avLst>
              <a:gd name="adj" fmla="val 8197"/>
            </a:avLst>
          </a:prstGeom>
          <a:solidFill>
            <a:srgbClr val="33417F"/>
          </a:solidFill>
          <a:ln w="12700">
            <a:solidFill>
              <a:srgbClr val="33417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4700016"/>
            <a:ext cx="475488" cy="47548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4700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73352" y="4553712"/>
            <a:ext cx="9326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속도와 운영을 다듬는다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673352" y="4919472"/>
            <a:ext cx="9601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자료를 미리 모아 두어 응답 시간을 줄이고, 로그인과 권한 관리를 붙인다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85800" y="57150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업무에서 느낀 불편을, 실제로 쓸 수 있는 도구로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활용 국회 질의서 자동화 서비스</dc:title>
  <dc:subject>PptxGenJS Presentation</dc:subject>
  <dc:creator>김윤서</dc:creator>
  <cp:lastModifiedBy>김윤서</cp:lastModifiedBy>
  <cp:revision>1</cp:revision>
  <dcterms:created xsi:type="dcterms:W3CDTF">2026-09-14T01:22:13Z</dcterms:created>
  <dcterms:modified xsi:type="dcterms:W3CDTF">2026-09-14T01:22:13Z</dcterms:modified>
</cp:coreProperties>
</file>